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B26DE3-102E-47EA-B746-38E2B51EA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7161D9-3B1D-48FF-A9A1-23AB791B1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C01B8F-CDC1-410D-89D5-C3A652AFE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CB6B-E579-401C-AE8E-4B2834AE569D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0D429A-8DE5-490C-8B90-D84EBFA33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280E42-EBE2-4CC1-B876-9CFE6E9D6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8E1-13AF-41EF-8E67-02DD05D726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189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A0824-06CC-42B2-9B1E-6A6352CA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34A13B-087F-4527-8A18-55DA00219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06EA4E-AF9B-4B3F-B9AC-438B4D699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CB6B-E579-401C-AE8E-4B2834AE569D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AC25C1-D9B1-4F7C-B81E-C14936342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538259-7AE3-4308-BE10-0EED3941B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8E1-13AF-41EF-8E67-02DD05D726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327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E5A65-A52D-4D6E-8AE2-C3193346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2B6BD-9A20-44FA-9C7D-B6CF615FA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92FAC8-D466-40CD-AE21-E259BD65D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CB6B-E579-401C-AE8E-4B2834AE569D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68C911-89F7-46A1-A961-B2A88EFC4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79E8DE-9827-4654-8984-9EB401E8F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8E1-13AF-41EF-8E67-02DD05D726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0212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7DE6C9-ACE9-4CFD-9F47-10F147A57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37B56C-C650-4165-AEC3-EFA707317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A99B32-E7DD-4B05-AA57-5482081EB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BF33A9-4A3A-4DD4-A261-E3BCEF45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CB6B-E579-401C-AE8E-4B2834AE569D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2AB8D6-353A-4E3E-B171-630E56E4B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2C116A-C456-44AE-A15C-9308EBC4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8E1-13AF-41EF-8E67-02DD05D726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9144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D90DE-908F-4BE5-8538-9BB00C8A7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E82B04-87EE-4115-8692-F35758FFB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959A624-DCD3-4A23-BDA3-C0AAB8FAE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573488B-23CA-4DFD-89FC-3034C548AD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3C5F6F4-82D3-4908-B8FB-7D00A521B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7184C2F-333C-409C-9140-93E4AB370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CB6B-E579-401C-AE8E-4B2834AE569D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559DF88-2DD8-47FD-9D2D-D5D82415A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47B319A-ED98-4182-A54B-2C3763FF1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8E1-13AF-41EF-8E67-02DD05D726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751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A0408-CF14-45C4-9835-19BBD86BB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AB0E7E6-6FFC-44DC-AAC8-151669C46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CB6B-E579-401C-AE8E-4B2834AE569D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3F6DE59-0786-4502-903C-FAD017C9F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8EA2E6B-FE83-45F3-98A3-E5ABAB4FB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8E1-13AF-41EF-8E67-02DD05D726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100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B68FB75-A33F-49A8-9BB5-2C2FE5006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CB6B-E579-401C-AE8E-4B2834AE569D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3090B37-69FC-4AEA-88AE-2EC94EEC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6C52DF-9C45-481D-A89C-302D8D796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8E1-13AF-41EF-8E67-02DD05D726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205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C4914-A4AB-4AEE-A103-0EA16CECF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D02DAD-FED4-465C-8146-9F6A9D698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278C89-ED9B-4765-9A3F-FF85849BF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36119C-5500-4473-911F-11F6B7DDA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CB6B-E579-401C-AE8E-4B2834AE569D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21F54A-AB4E-42FB-BD4A-CC252A0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FBA095-2568-402C-B5F1-D6985F326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8E1-13AF-41EF-8E67-02DD05D726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0276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1C8F7B-B632-49CF-87A8-4BC037284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6AAAC04-D151-4501-B6BB-B3B1E34537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B5A4BC-83CB-45CC-9BF3-A3B5BFECD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3C9962-A9DC-4F3A-9E82-EC4FF9A7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CB6B-E579-401C-AE8E-4B2834AE569D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88B144-4054-4401-92B0-669CADAF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E4E50D-6DF7-4EA5-8CD4-A4C5E7837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8E1-13AF-41EF-8E67-02DD05D726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7356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D61AA1-ABA5-458A-B6C1-8AEA01BD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13158DD-7FB6-40C4-994F-C4276C33F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31A538-247A-4B00-956F-052807DDD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CB6B-E579-401C-AE8E-4B2834AE569D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0F28FD-F0EA-4B2A-AAEB-079DF4A9F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050902-8622-45FB-A59F-DF1414A3C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8E1-13AF-41EF-8E67-02DD05D726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486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4EE5B8-42AB-477E-AA6C-AB019A986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55B455D-6C96-41B6-96C5-68EFF15E2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9B4AE3-3ADD-4419-B649-092E5FA33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CB6B-E579-401C-AE8E-4B2834AE569D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4B9F9D-3A1A-45AC-927D-42E7F351A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04B2F0-BC9D-4DD6-8C81-C800A26D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8E1-13AF-41EF-8E67-02DD05D726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3573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ED6659E-233F-4CDE-B95B-9AFAEC20D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DAED66-D3EB-47B7-978E-AA43879F7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397B9B-B5EE-4398-834C-F80CF52FAE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BCB6B-E579-401C-AE8E-4B2834AE569D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B6B130-2EA1-4410-A50D-D23994654D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DA30A2-1267-4B58-BB4E-129FFA440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498E1-13AF-41EF-8E67-02DD05D726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9006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C7E8FDD-0D63-486A-9C7F-9B98F4851971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3981450" y="1304925"/>
            <a:ext cx="1543050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>
            <a:extLst>
              <a:ext uri="{FF2B5EF4-FFF2-40B4-BE49-F238E27FC236}">
                <a16:creationId xmlns:a16="http://schemas.microsoft.com/office/drawing/2014/main" id="{9B71E004-947E-45CD-BE08-E98A832B3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3550" y="1074459"/>
            <a:ext cx="352425" cy="460932"/>
          </a:xfrm>
          <a:prstGeom prst="rect">
            <a:avLst/>
          </a:prstGeom>
        </p:spPr>
      </p:pic>
      <p:pic>
        <p:nvPicPr>
          <p:cNvPr id="1026" name="Picture 2" descr="Nootbook samsung book intel core i5 8gb 256gb ssd | Extra">
            <a:extLst>
              <a:ext uri="{FF2B5EF4-FFF2-40B4-BE49-F238E27FC236}">
                <a16:creationId xmlns:a16="http://schemas.microsoft.com/office/drawing/2014/main" id="{59EEBA55-F4CC-4EB6-933C-6547ECE65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526" y="953700"/>
            <a:ext cx="702450" cy="70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5D7646E9-A0A5-441B-876D-D32217611244}"/>
              </a:ext>
            </a:extLst>
          </p:cNvPr>
          <p:cNvSpPr txBox="1"/>
          <p:nvPr/>
        </p:nvSpPr>
        <p:spPr>
          <a:xfrm>
            <a:off x="6045975" y="1120259"/>
            <a:ext cx="60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OU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2063D1C9-8CFD-4470-AA7D-F78190A31A62}"/>
              </a:ext>
            </a:extLst>
          </p:cNvPr>
          <p:cNvSpPr/>
          <p:nvPr/>
        </p:nvSpPr>
        <p:spPr>
          <a:xfrm>
            <a:off x="5524500" y="866775"/>
            <a:ext cx="1762125" cy="8953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D6345D33-354B-4541-AC32-7FD9AA293F77}"/>
              </a:ext>
            </a:extLst>
          </p:cNvPr>
          <p:cNvCxnSpPr>
            <a:cxnSpLocks/>
            <a:stCxn id="14" idx="6"/>
          </p:cNvCxnSpPr>
          <p:nvPr/>
        </p:nvCxnSpPr>
        <p:spPr>
          <a:xfrm flipV="1">
            <a:off x="7286625" y="1304925"/>
            <a:ext cx="1762125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039C602A-93E5-48DE-AD89-FEE40C9B0EE5}"/>
              </a:ext>
            </a:extLst>
          </p:cNvPr>
          <p:cNvCxnSpPr>
            <a:stCxn id="14" idx="4"/>
          </p:cNvCxnSpPr>
          <p:nvPr/>
        </p:nvCxnSpPr>
        <p:spPr>
          <a:xfrm flipH="1">
            <a:off x="6405562" y="1762125"/>
            <a:ext cx="1" cy="885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9DDE389D-EC21-407E-B76A-05FC0647B483}"/>
              </a:ext>
            </a:extLst>
          </p:cNvPr>
          <p:cNvCxnSpPr>
            <a:cxnSpLocks/>
          </p:cNvCxnSpPr>
          <p:nvPr/>
        </p:nvCxnSpPr>
        <p:spPr>
          <a:xfrm flipV="1">
            <a:off x="7188976" y="1395413"/>
            <a:ext cx="1859774" cy="1857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FD71BFB0-517D-485C-AB6E-4721B572F8B4}"/>
              </a:ext>
            </a:extLst>
          </p:cNvPr>
          <p:cNvCxnSpPr>
            <a:cxnSpLocks/>
          </p:cNvCxnSpPr>
          <p:nvPr/>
        </p:nvCxnSpPr>
        <p:spPr>
          <a:xfrm>
            <a:off x="10287000" y="2343150"/>
            <a:ext cx="0" cy="909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4EF7F72F-E7C6-4071-8E45-6AB75EE507EC}"/>
              </a:ext>
            </a:extLst>
          </p:cNvPr>
          <p:cNvCxnSpPr>
            <a:cxnSpLocks/>
          </p:cNvCxnSpPr>
          <p:nvPr/>
        </p:nvCxnSpPr>
        <p:spPr>
          <a:xfrm flipH="1">
            <a:off x="10163175" y="4439542"/>
            <a:ext cx="319088" cy="708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D33AD4A5-BCBE-4675-9AF4-D61626307930}"/>
              </a:ext>
            </a:extLst>
          </p:cNvPr>
          <p:cNvCxnSpPr>
            <a:cxnSpLocks/>
          </p:cNvCxnSpPr>
          <p:nvPr/>
        </p:nvCxnSpPr>
        <p:spPr>
          <a:xfrm flipH="1">
            <a:off x="7286625" y="5686871"/>
            <a:ext cx="1602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Imagem 44">
            <a:extLst>
              <a:ext uri="{FF2B5EF4-FFF2-40B4-BE49-F238E27FC236}">
                <a16:creationId xmlns:a16="http://schemas.microsoft.com/office/drawing/2014/main" id="{616516AD-E7B4-4415-A303-890417BA5A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30" y="760428"/>
            <a:ext cx="1884797" cy="1088994"/>
          </a:xfrm>
          <a:prstGeom prst="rect">
            <a:avLst/>
          </a:prstGeom>
        </p:spPr>
      </p:pic>
      <p:pic>
        <p:nvPicPr>
          <p:cNvPr id="1030" name="Picture 6" descr="Cardápio - ícones de comida grátis">
            <a:extLst>
              <a:ext uri="{FF2B5EF4-FFF2-40B4-BE49-F238E27FC236}">
                <a16:creationId xmlns:a16="http://schemas.microsoft.com/office/drawing/2014/main" id="{705EEE1F-912B-4AC8-A5B0-C9ACB9D44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919" y="2691843"/>
            <a:ext cx="1424057" cy="142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🚚 Caminhão De Entrega Emoji">
            <a:extLst>
              <a:ext uri="{FF2B5EF4-FFF2-40B4-BE49-F238E27FC236}">
                <a16:creationId xmlns:a16="http://schemas.microsoft.com/office/drawing/2014/main" id="{E3854750-9723-4FE8-B1C1-60824F77B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0" y="418027"/>
            <a:ext cx="2143127" cy="2143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ervers, hosting, smile, smiley, emoji, icon, png | PNGWing">
            <a:extLst>
              <a:ext uri="{FF2B5EF4-FFF2-40B4-BE49-F238E27FC236}">
                <a16:creationId xmlns:a16="http://schemas.microsoft.com/office/drawing/2014/main" id="{198B1135-66A9-4C1D-902E-200119880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6464" y="3288031"/>
            <a:ext cx="1209676" cy="1209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📱 Telefone Celular Emoji">
            <a:extLst>
              <a:ext uri="{FF2B5EF4-FFF2-40B4-BE49-F238E27FC236}">
                <a16:creationId xmlns:a16="http://schemas.microsoft.com/office/drawing/2014/main" id="{B2087A3E-B25A-4590-9383-56A069E71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7324" y="5044380"/>
            <a:ext cx="1209676" cy="1209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AutoShape 16" descr="📦 Pacote Emoji">
            <a:extLst>
              <a:ext uri="{FF2B5EF4-FFF2-40B4-BE49-F238E27FC236}">
                <a16:creationId xmlns:a16="http://schemas.microsoft.com/office/drawing/2014/main" id="{84EDC493-2B2E-4A85-A034-554B5F0979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42" name="Picture 18" descr="📦 Pacote Emoji">
            <a:extLst>
              <a:ext uri="{FF2B5EF4-FFF2-40B4-BE49-F238E27FC236}">
                <a16:creationId xmlns:a16="http://schemas.microsoft.com/office/drawing/2014/main" id="{F0C809F3-015F-4FEF-8E5A-5D7C06510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860" y="4926839"/>
            <a:ext cx="1713403" cy="1713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66757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NOMEDEUSUARIO</dc:creator>
  <cp:lastModifiedBy>NOMEDEUSUARIO</cp:lastModifiedBy>
  <cp:revision>6</cp:revision>
  <dcterms:created xsi:type="dcterms:W3CDTF">2024-04-18T14:07:03Z</dcterms:created>
  <dcterms:modified xsi:type="dcterms:W3CDTF">2024-04-18T14:46:46Z</dcterms:modified>
</cp:coreProperties>
</file>