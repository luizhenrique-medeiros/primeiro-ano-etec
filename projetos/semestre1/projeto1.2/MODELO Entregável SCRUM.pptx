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8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o Título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m"/>
          <p:cNvSpPr>
            <a:spLocks noGrp="1"/>
          </p:cNvSpPr>
          <p:nvPr>
            <p:ph type="pic" idx="13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exto do Título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Texto do Título</a:t>
            </a:r>
          </a:p>
        </p:txBody>
      </p:sp>
      <p:sp>
        <p:nvSpPr>
          <p:cNvPr id="4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57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m"/>
          <p:cNvSpPr>
            <a:spLocks noGrp="1"/>
          </p:cNvSpPr>
          <p:nvPr>
            <p:ph type="pic" sz="half" idx="13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67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6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6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m"/>
          <p:cNvSpPr>
            <a:spLocks noGrp="1"/>
          </p:cNvSpPr>
          <p:nvPr>
            <p:ph type="pic" sz="quarter" idx="13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m"/>
          <p:cNvSpPr>
            <a:spLocks noGrp="1"/>
          </p:cNvSpPr>
          <p:nvPr>
            <p:ph type="pic" sz="quarter" idx="14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m"/>
          <p:cNvSpPr>
            <a:spLocks noGrp="1"/>
          </p:cNvSpPr>
          <p:nvPr>
            <p:ph type="pic" idx="15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–Jaime Silveira</a:t>
            </a:r>
          </a:p>
        </p:txBody>
      </p:sp>
      <p:sp>
        <p:nvSpPr>
          <p:cNvPr id="94" name="“Digite uma citação aqui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“Digite uma citação aqui.” </a:t>
            </a:r>
          </a:p>
        </p:txBody>
      </p:sp>
      <p:sp>
        <p:nvSpPr>
          <p:cNvPr id="9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m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ocente:"/>
          <p:cNvSpPr txBox="1">
            <a:spLocks noGrp="1"/>
          </p:cNvSpPr>
          <p:nvPr>
            <p:ph type="subTitle" sz="quarter" idx="1"/>
          </p:nvPr>
        </p:nvSpPr>
        <p:spPr>
          <a:xfrm>
            <a:off x="710794" y="444297"/>
            <a:ext cx="23206001" cy="1143001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/>
          <a:lstStyle>
            <a:lvl1pPr algn="l">
              <a:defRPr sz="3200"/>
            </a:lvl1pPr>
          </a:lstStyle>
          <a:p>
            <a:r>
              <a:rPr lang="pt-BR" dirty="0"/>
              <a:t>Cliente</a:t>
            </a:r>
            <a:r>
              <a:rPr dirty="0"/>
              <a:t>: </a:t>
            </a:r>
          </a:p>
        </p:txBody>
      </p:sp>
      <p:sp>
        <p:nvSpPr>
          <p:cNvPr id="121" name="Cidade:"/>
          <p:cNvSpPr txBox="1"/>
          <p:nvPr/>
        </p:nvSpPr>
        <p:spPr>
          <a:xfrm>
            <a:off x="18219496" y="1691929"/>
            <a:ext cx="5697299" cy="11430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l">
              <a:defRPr sz="3200" b="0"/>
            </a:lvl1pPr>
          </a:lstStyle>
          <a:p>
            <a:r>
              <a:rPr lang="pt-BR" dirty="0"/>
              <a:t>Data</a:t>
            </a:r>
            <a:r>
              <a:rPr dirty="0"/>
              <a:t>: </a:t>
            </a:r>
          </a:p>
        </p:txBody>
      </p:sp>
      <p:sp>
        <p:nvSpPr>
          <p:cNvPr id="122" name="Matéria:"/>
          <p:cNvSpPr txBox="1"/>
          <p:nvPr/>
        </p:nvSpPr>
        <p:spPr>
          <a:xfrm>
            <a:off x="710795" y="1704629"/>
            <a:ext cx="17222642" cy="11430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l">
              <a:defRPr sz="3200" b="0"/>
            </a:lvl1pPr>
          </a:lstStyle>
          <a:p>
            <a:r>
              <a:rPr lang="pt-BR" dirty="0"/>
              <a:t>Projeto</a:t>
            </a:r>
            <a:r>
              <a:rPr dirty="0"/>
              <a:t>: </a:t>
            </a:r>
          </a:p>
        </p:txBody>
      </p:sp>
      <p:sp>
        <p:nvSpPr>
          <p:cNvPr id="123" name="Retângulo"/>
          <p:cNvSpPr/>
          <p:nvPr/>
        </p:nvSpPr>
        <p:spPr>
          <a:xfrm>
            <a:off x="814518" y="5502308"/>
            <a:ext cx="10851696" cy="2477933"/>
          </a:xfrm>
          <a:prstGeom prst="rect">
            <a:avLst/>
          </a:prstGeom>
          <a:solidFill>
            <a:srgbClr val="68D2FF">
              <a:alpha val="30193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4" name="VISÃO DO PROJETO"/>
          <p:cNvSpPr txBox="1"/>
          <p:nvPr/>
        </p:nvSpPr>
        <p:spPr>
          <a:xfrm>
            <a:off x="843433" y="4795329"/>
            <a:ext cx="3875533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VISÃO DO PROJETO</a:t>
            </a:r>
          </a:p>
        </p:txBody>
      </p:sp>
      <p:sp>
        <p:nvSpPr>
          <p:cNvPr id="125" name="O que é possível"/>
          <p:cNvSpPr txBox="1"/>
          <p:nvPr/>
        </p:nvSpPr>
        <p:spPr>
          <a:xfrm>
            <a:off x="966097" y="5700835"/>
            <a:ext cx="3112771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 que é possível</a:t>
            </a:r>
          </a:p>
        </p:txBody>
      </p:sp>
      <p:sp>
        <p:nvSpPr>
          <p:cNvPr id="126" name="Retângulo"/>
          <p:cNvSpPr/>
          <p:nvPr/>
        </p:nvSpPr>
        <p:spPr>
          <a:xfrm>
            <a:off x="808168" y="8126771"/>
            <a:ext cx="10864396" cy="2477933"/>
          </a:xfrm>
          <a:prstGeom prst="rect">
            <a:avLst/>
          </a:prstGeom>
          <a:solidFill>
            <a:srgbClr val="68D2FF">
              <a:alpha val="30193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7" name="O que agrega valor"/>
          <p:cNvSpPr txBox="1"/>
          <p:nvPr/>
        </p:nvSpPr>
        <p:spPr>
          <a:xfrm>
            <a:off x="960590" y="8325299"/>
            <a:ext cx="3565018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 que agrega valor</a:t>
            </a:r>
          </a:p>
        </p:txBody>
      </p:sp>
      <p:sp>
        <p:nvSpPr>
          <p:cNvPr id="128" name="Retângulo"/>
          <p:cNvSpPr/>
          <p:nvPr/>
        </p:nvSpPr>
        <p:spPr>
          <a:xfrm>
            <a:off x="808168" y="10751234"/>
            <a:ext cx="10864396" cy="2477933"/>
          </a:xfrm>
          <a:prstGeom prst="rect">
            <a:avLst/>
          </a:prstGeom>
          <a:solidFill>
            <a:srgbClr val="68D2FF">
              <a:alpha val="30193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9" name="Qual o propósito"/>
          <p:cNvSpPr txBox="1"/>
          <p:nvPr/>
        </p:nvSpPr>
        <p:spPr>
          <a:xfrm>
            <a:off x="964891" y="10949762"/>
            <a:ext cx="3140584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Qual o propósito</a:t>
            </a:r>
          </a:p>
        </p:txBody>
      </p:sp>
      <p:sp>
        <p:nvSpPr>
          <p:cNvPr id="130" name="Seta"/>
          <p:cNvSpPr/>
          <p:nvPr/>
        </p:nvSpPr>
        <p:spPr>
          <a:xfrm>
            <a:off x="12147650" y="9018571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92929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1" name="Linha"/>
          <p:cNvSpPr/>
          <p:nvPr/>
        </p:nvSpPr>
        <p:spPr>
          <a:xfrm flipV="1">
            <a:off x="11910107" y="5515823"/>
            <a:ext cx="1" cy="7699829"/>
          </a:xfrm>
          <a:prstGeom prst="line">
            <a:avLst/>
          </a:prstGeom>
          <a:ln w="254000">
            <a:solidFill>
              <a:srgbClr val="929292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2" name="Retângulo"/>
          <p:cNvSpPr/>
          <p:nvPr/>
        </p:nvSpPr>
        <p:spPr>
          <a:xfrm>
            <a:off x="13528194" y="8183330"/>
            <a:ext cx="10388600" cy="4981522"/>
          </a:xfrm>
          <a:prstGeom prst="rect">
            <a:avLst/>
          </a:prstGeom>
          <a:solidFill>
            <a:srgbClr val="68D2FF">
              <a:alpha val="30193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3" name="Visão do Projeto"/>
          <p:cNvSpPr txBox="1"/>
          <p:nvPr/>
        </p:nvSpPr>
        <p:spPr>
          <a:xfrm>
            <a:off x="13744708" y="8325299"/>
            <a:ext cx="309905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Visão do Projeto</a:t>
            </a:r>
          </a:p>
        </p:txBody>
      </p:sp>
      <p:sp>
        <p:nvSpPr>
          <p:cNvPr id="134" name="DONO DO PROJETO:"/>
          <p:cNvSpPr txBox="1"/>
          <p:nvPr/>
        </p:nvSpPr>
        <p:spPr>
          <a:xfrm>
            <a:off x="710795" y="2977316"/>
            <a:ext cx="11394596" cy="11430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l">
              <a:defRPr sz="3200" b="0"/>
            </a:lvl1pPr>
          </a:lstStyle>
          <a:p>
            <a:r>
              <a:t>DONO DO PROJETO: </a:t>
            </a:r>
          </a:p>
        </p:txBody>
      </p:sp>
      <p:sp>
        <p:nvSpPr>
          <p:cNvPr id="135" name="SCRUM MASTER:"/>
          <p:cNvSpPr txBox="1"/>
          <p:nvPr/>
        </p:nvSpPr>
        <p:spPr>
          <a:xfrm>
            <a:off x="12522200" y="2964616"/>
            <a:ext cx="11394596" cy="11430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algn="l">
              <a:defRPr sz="3200" b="0"/>
            </a:lvl1pPr>
          </a:lstStyle>
          <a:p>
            <a:r>
              <a:t>SCRUM MASTER: </a:t>
            </a:r>
          </a:p>
        </p:txBody>
      </p:sp>
      <p:sp>
        <p:nvSpPr>
          <p:cNvPr id="136" name="TIME:…"/>
          <p:cNvSpPr txBox="1"/>
          <p:nvPr/>
        </p:nvSpPr>
        <p:spPr>
          <a:xfrm>
            <a:off x="12522200" y="4211953"/>
            <a:ext cx="11394596" cy="364589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>
              <a:defRPr sz="3200" b="0"/>
            </a:pPr>
            <a:r>
              <a:rPr dirty="0"/>
              <a:t>TIME: </a:t>
            </a:r>
          </a:p>
          <a:p>
            <a:pPr algn="l">
              <a:defRPr sz="3200" b="0"/>
            </a:pPr>
            <a:endParaRPr dirty="0"/>
          </a:p>
          <a:p>
            <a:pPr algn="l">
              <a:defRPr sz="3200" b="0"/>
            </a:pP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ÍTENS DO PROJETO"/>
          <p:cNvSpPr txBox="1"/>
          <p:nvPr/>
        </p:nvSpPr>
        <p:spPr>
          <a:xfrm>
            <a:off x="711199" y="322795"/>
            <a:ext cx="508203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ÍTENS DO PROJETO</a:t>
            </a:r>
          </a:p>
        </p:txBody>
      </p:sp>
      <p:sp>
        <p:nvSpPr>
          <p:cNvPr id="140" name="Lista ordenada de ítens que precisam ser feitos, com sua devida prioridade."/>
          <p:cNvSpPr txBox="1"/>
          <p:nvPr/>
        </p:nvSpPr>
        <p:spPr>
          <a:xfrm>
            <a:off x="708832" y="1135020"/>
            <a:ext cx="17484853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/>
            </a:lvl1pPr>
          </a:lstStyle>
          <a:p>
            <a:r>
              <a:t>Lista ordenada de ítens que precisam ser feitos, com sua devida prioridade. </a:t>
            </a:r>
          </a:p>
        </p:txBody>
      </p:sp>
      <p:grpSp>
        <p:nvGrpSpPr>
          <p:cNvPr id="151" name="Grupo"/>
          <p:cNvGrpSpPr/>
          <p:nvPr/>
        </p:nvGrpSpPr>
        <p:grpSpPr>
          <a:xfrm>
            <a:off x="719317" y="2387423"/>
            <a:ext cx="7124451" cy="10753844"/>
            <a:chOff x="-1" y="-37558"/>
            <a:chExt cx="7124449" cy="10791402"/>
          </a:xfrm>
        </p:grpSpPr>
        <p:sp>
          <p:nvSpPr>
            <p:cNvPr id="141" name="1"/>
            <p:cNvSpPr/>
            <p:nvPr/>
          </p:nvSpPr>
          <p:spPr>
            <a:xfrm>
              <a:off x="7217" y="-37558"/>
              <a:ext cx="7117231" cy="998818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</a:t>
              </a:r>
              <a:r>
                <a:rPr lang="pt-BR" dirty="0"/>
                <a:t> necessário navegador</a:t>
              </a:r>
            </a:p>
            <a:p>
              <a:r>
                <a:rPr lang="pt-BR" dirty="0"/>
                <a:t> 6/4/24 instalação </a:t>
              </a:r>
              <a:r>
                <a:rPr lang="pt-BR" dirty="0" err="1"/>
                <a:t>sera</a:t>
              </a:r>
              <a:r>
                <a:rPr lang="pt-BR" dirty="0"/>
                <a:t> feita no computador do cliente por um técnico</a:t>
              </a:r>
            </a:p>
          </p:txBody>
        </p:sp>
        <p:sp>
          <p:nvSpPr>
            <p:cNvPr id="142" name="3"/>
            <p:cNvSpPr/>
            <p:nvPr/>
          </p:nvSpPr>
          <p:spPr>
            <a:xfrm>
              <a:off x="7217" y="2168580"/>
              <a:ext cx="7117231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3</a:t>
              </a:r>
              <a:r>
                <a:rPr lang="pt-BR" dirty="0"/>
                <a:t> necessário internet instalação será feita junto ao navegador</a:t>
              </a:r>
            </a:p>
          </p:txBody>
        </p:sp>
        <p:sp>
          <p:nvSpPr>
            <p:cNvPr id="143" name="2"/>
            <p:cNvSpPr/>
            <p:nvPr/>
          </p:nvSpPr>
          <p:spPr>
            <a:xfrm>
              <a:off x="7217" y="1092077"/>
              <a:ext cx="7117231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2</a:t>
              </a:r>
              <a:r>
                <a:rPr lang="pt-BR" dirty="0"/>
                <a:t> necessário Windows 7 ,10 ou 11 </a:t>
              </a:r>
            </a:p>
            <a:p>
              <a:r>
                <a:rPr lang="pt-BR" dirty="0"/>
                <a:t>Instalação será feita junto ao navegador</a:t>
              </a:r>
              <a:endParaRPr dirty="0"/>
            </a:p>
          </p:txBody>
        </p:sp>
        <p:sp>
          <p:nvSpPr>
            <p:cNvPr id="144" name="4"/>
            <p:cNvSpPr/>
            <p:nvPr/>
          </p:nvSpPr>
          <p:spPr>
            <a:xfrm>
              <a:off x="-1" y="3266047"/>
              <a:ext cx="7117231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4</a:t>
              </a:r>
              <a:r>
                <a:rPr lang="pt-BR" dirty="0"/>
                <a:t> fazer os cronograma </a:t>
              </a:r>
              <a:endParaRPr dirty="0"/>
            </a:p>
          </p:txBody>
        </p:sp>
        <p:sp>
          <p:nvSpPr>
            <p:cNvPr id="145" name="5"/>
            <p:cNvSpPr/>
            <p:nvPr/>
          </p:nvSpPr>
          <p:spPr>
            <a:xfrm>
              <a:off x="-1" y="4362559"/>
              <a:ext cx="7117231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5</a:t>
              </a:r>
              <a:r>
                <a:rPr lang="pt-BR" dirty="0"/>
                <a:t> design</a:t>
              </a:r>
            </a:p>
          </p:txBody>
        </p:sp>
        <p:sp>
          <p:nvSpPr>
            <p:cNvPr id="146" name="6"/>
            <p:cNvSpPr/>
            <p:nvPr/>
          </p:nvSpPr>
          <p:spPr>
            <a:xfrm>
              <a:off x="-1" y="5426361"/>
              <a:ext cx="7117231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6</a:t>
              </a:r>
              <a:r>
                <a:rPr lang="pt-BR" dirty="0"/>
                <a:t> tela de login</a:t>
              </a:r>
            </a:p>
          </p:txBody>
        </p:sp>
        <p:sp>
          <p:nvSpPr>
            <p:cNvPr id="147" name="7"/>
            <p:cNvSpPr/>
            <p:nvPr/>
          </p:nvSpPr>
          <p:spPr>
            <a:xfrm>
              <a:off x="-1" y="6524979"/>
              <a:ext cx="7117231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7</a:t>
              </a:r>
              <a:r>
                <a:rPr lang="pt-BR" dirty="0"/>
                <a:t> tela do site</a:t>
              </a:r>
              <a:endParaRPr dirty="0"/>
            </a:p>
          </p:txBody>
        </p:sp>
        <p:sp>
          <p:nvSpPr>
            <p:cNvPr id="148" name="8"/>
            <p:cNvSpPr/>
            <p:nvPr/>
          </p:nvSpPr>
          <p:spPr>
            <a:xfrm>
              <a:off x="-1" y="7601480"/>
              <a:ext cx="7117231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8</a:t>
              </a:r>
              <a:r>
                <a:rPr lang="pt-BR" dirty="0"/>
                <a:t> checagem da criptografia para segurança do site</a:t>
              </a:r>
              <a:endParaRPr dirty="0"/>
            </a:p>
          </p:txBody>
        </p:sp>
        <p:sp>
          <p:nvSpPr>
            <p:cNvPr id="149" name="9"/>
            <p:cNvSpPr/>
            <p:nvPr/>
          </p:nvSpPr>
          <p:spPr>
            <a:xfrm>
              <a:off x="-1" y="8703383"/>
              <a:ext cx="7117231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9</a:t>
              </a:r>
              <a:r>
                <a:rPr lang="pt-BR" dirty="0"/>
                <a:t> fazer testes funcionais</a:t>
              </a:r>
              <a:endParaRPr dirty="0"/>
            </a:p>
          </p:txBody>
        </p:sp>
        <p:sp>
          <p:nvSpPr>
            <p:cNvPr id="150" name="10"/>
            <p:cNvSpPr/>
            <p:nvPr/>
          </p:nvSpPr>
          <p:spPr>
            <a:xfrm>
              <a:off x="-1" y="9792585"/>
              <a:ext cx="7117231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</a:t>
              </a:r>
              <a:endParaRPr lang="pt-BR" dirty="0"/>
            </a:p>
          </p:txBody>
        </p:sp>
      </p:grpSp>
      <p:grpSp>
        <p:nvGrpSpPr>
          <p:cNvPr id="162" name="Grupo"/>
          <p:cNvGrpSpPr/>
          <p:nvPr/>
        </p:nvGrpSpPr>
        <p:grpSpPr>
          <a:xfrm>
            <a:off x="8720866" y="2387423"/>
            <a:ext cx="7124701" cy="10753843"/>
            <a:chOff x="0" y="0"/>
            <a:chExt cx="7124699" cy="10753843"/>
          </a:xfrm>
        </p:grpSpPr>
        <p:sp>
          <p:nvSpPr>
            <p:cNvPr id="152" name="11"/>
            <p:cNvSpPr/>
            <p:nvPr/>
          </p:nvSpPr>
          <p:spPr>
            <a:xfrm>
              <a:off x="7218" y="0"/>
              <a:ext cx="7117482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11</a:t>
              </a:r>
              <a:r>
                <a:rPr lang="pt-BR" dirty="0"/>
                <a:t> </a:t>
              </a:r>
              <a:endParaRPr dirty="0"/>
            </a:p>
          </p:txBody>
        </p:sp>
        <p:sp>
          <p:nvSpPr>
            <p:cNvPr id="153" name="13"/>
            <p:cNvSpPr/>
            <p:nvPr/>
          </p:nvSpPr>
          <p:spPr>
            <a:xfrm>
              <a:off x="7218" y="2168579"/>
              <a:ext cx="7117482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13</a:t>
              </a:r>
            </a:p>
          </p:txBody>
        </p:sp>
        <p:sp>
          <p:nvSpPr>
            <p:cNvPr id="154" name="12"/>
            <p:cNvSpPr/>
            <p:nvPr/>
          </p:nvSpPr>
          <p:spPr>
            <a:xfrm>
              <a:off x="7218" y="1092077"/>
              <a:ext cx="7117482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12</a:t>
              </a:r>
            </a:p>
          </p:txBody>
        </p:sp>
        <p:sp>
          <p:nvSpPr>
            <p:cNvPr id="155" name="14"/>
            <p:cNvSpPr/>
            <p:nvPr/>
          </p:nvSpPr>
          <p:spPr>
            <a:xfrm>
              <a:off x="-1" y="3266047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156" name="15"/>
            <p:cNvSpPr/>
            <p:nvPr/>
          </p:nvSpPr>
          <p:spPr>
            <a:xfrm>
              <a:off x="-1" y="4362559"/>
              <a:ext cx="7117483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15</a:t>
              </a:r>
            </a:p>
          </p:txBody>
        </p:sp>
        <p:sp>
          <p:nvSpPr>
            <p:cNvPr id="157" name="16"/>
            <p:cNvSpPr/>
            <p:nvPr/>
          </p:nvSpPr>
          <p:spPr>
            <a:xfrm>
              <a:off x="-1" y="5426361"/>
              <a:ext cx="7117483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16</a:t>
              </a:r>
            </a:p>
          </p:txBody>
        </p:sp>
        <p:sp>
          <p:nvSpPr>
            <p:cNvPr id="158" name="17"/>
            <p:cNvSpPr/>
            <p:nvPr/>
          </p:nvSpPr>
          <p:spPr>
            <a:xfrm>
              <a:off x="-1" y="6524978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dirty="0"/>
                <a:t>17</a:t>
              </a:r>
            </a:p>
          </p:txBody>
        </p:sp>
        <p:sp>
          <p:nvSpPr>
            <p:cNvPr id="159" name="18"/>
            <p:cNvSpPr/>
            <p:nvPr/>
          </p:nvSpPr>
          <p:spPr>
            <a:xfrm>
              <a:off x="-1" y="7601480"/>
              <a:ext cx="7117483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18</a:t>
              </a:r>
            </a:p>
          </p:txBody>
        </p:sp>
        <p:sp>
          <p:nvSpPr>
            <p:cNvPr id="160" name="19"/>
            <p:cNvSpPr/>
            <p:nvPr/>
          </p:nvSpPr>
          <p:spPr>
            <a:xfrm>
              <a:off x="-1" y="8703382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19</a:t>
              </a:r>
            </a:p>
          </p:txBody>
        </p:sp>
        <p:sp>
          <p:nvSpPr>
            <p:cNvPr id="161" name="20"/>
            <p:cNvSpPr/>
            <p:nvPr/>
          </p:nvSpPr>
          <p:spPr>
            <a:xfrm>
              <a:off x="-1" y="9792584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20</a:t>
              </a:r>
            </a:p>
          </p:txBody>
        </p:sp>
      </p:grpSp>
      <p:grpSp>
        <p:nvGrpSpPr>
          <p:cNvPr id="173" name="Grupo"/>
          <p:cNvGrpSpPr/>
          <p:nvPr/>
        </p:nvGrpSpPr>
        <p:grpSpPr>
          <a:xfrm>
            <a:off x="16722666" y="2387423"/>
            <a:ext cx="7124701" cy="10753843"/>
            <a:chOff x="0" y="0"/>
            <a:chExt cx="7124700" cy="10753843"/>
          </a:xfrm>
        </p:grpSpPr>
        <p:sp>
          <p:nvSpPr>
            <p:cNvPr id="163" name="21"/>
            <p:cNvSpPr/>
            <p:nvPr/>
          </p:nvSpPr>
          <p:spPr>
            <a:xfrm>
              <a:off x="7219" y="0"/>
              <a:ext cx="7117482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21</a:t>
              </a:r>
            </a:p>
          </p:txBody>
        </p:sp>
        <p:sp>
          <p:nvSpPr>
            <p:cNvPr id="164" name="23"/>
            <p:cNvSpPr/>
            <p:nvPr/>
          </p:nvSpPr>
          <p:spPr>
            <a:xfrm>
              <a:off x="7219" y="2168580"/>
              <a:ext cx="7117482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23</a:t>
              </a:r>
            </a:p>
          </p:txBody>
        </p:sp>
        <p:sp>
          <p:nvSpPr>
            <p:cNvPr id="165" name="22"/>
            <p:cNvSpPr/>
            <p:nvPr/>
          </p:nvSpPr>
          <p:spPr>
            <a:xfrm>
              <a:off x="7219" y="1092077"/>
              <a:ext cx="7117482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22</a:t>
              </a:r>
            </a:p>
          </p:txBody>
        </p:sp>
        <p:sp>
          <p:nvSpPr>
            <p:cNvPr id="166" name="24"/>
            <p:cNvSpPr/>
            <p:nvPr/>
          </p:nvSpPr>
          <p:spPr>
            <a:xfrm>
              <a:off x="-1" y="3266047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24</a:t>
              </a:r>
            </a:p>
          </p:txBody>
        </p:sp>
        <p:sp>
          <p:nvSpPr>
            <p:cNvPr id="167" name="25"/>
            <p:cNvSpPr/>
            <p:nvPr/>
          </p:nvSpPr>
          <p:spPr>
            <a:xfrm>
              <a:off x="-1" y="4362559"/>
              <a:ext cx="7117483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25</a:t>
              </a:r>
            </a:p>
          </p:txBody>
        </p:sp>
        <p:sp>
          <p:nvSpPr>
            <p:cNvPr id="168" name="26"/>
            <p:cNvSpPr/>
            <p:nvPr/>
          </p:nvSpPr>
          <p:spPr>
            <a:xfrm>
              <a:off x="-1" y="5426361"/>
              <a:ext cx="7117483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26</a:t>
              </a:r>
            </a:p>
          </p:txBody>
        </p:sp>
        <p:sp>
          <p:nvSpPr>
            <p:cNvPr id="169" name="27"/>
            <p:cNvSpPr/>
            <p:nvPr/>
          </p:nvSpPr>
          <p:spPr>
            <a:xfrm>
              <a:off x="-1" y="6524978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27</a:t>
              </a:r>
            </a:p>
          </p:txBody>
        </p:sp>
        <p:sp>
          <p:nvSpPr>
            <p:cNvPr id="170" name="28"/>
            <p:cNvSpPr/>
            <p:nvPr/>
          </p:nvSpPr>
          <p:spPr>
            <a:xfrm>
              <a:off x="-1" y="7601480"/>
              <a:ext cx="7117483" cy="961259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28</a:t>
              </a:r>
            </a:p>
          </p:txBody>
        </p:sp>
        <p:sp>
          <p:nvSpPr>
            <p:cNvPr id="171" name="29"/>
            <p:cNvSpPr/>
            <p:nvPr/>
          </p:nvSpPr>
          <p:spPr>
            <a:xfrm>
              <a:off x="-1" y="8703382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29</a:t>
              </a:r>
            </a:p>
          </p:txBody>
        </p:sp>
        <p:sp>
          <p:nvSpPr>
            <p:cNvPr id="172" name="30"/>
            <p:cNvSpPr/>
            <p:nvPr/>
          </p:nvSpPr>
          <p:spPr>
            <a:xfrm>
              <a:off x="-1" y="9792584"/>
              <a:ext cx="7117483" cy="961260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30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ÍTENS DO PROJETO"/>
          <p:cNvSpPr txBox="1"/>
          <p:nvPr/>
        </p:nvSpPr>
        <p:spPr>
          <a:xfrm>
            <a:off x="711199" y="322795"/>
            <a:ext cx="508203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ÍTENS DO PROJETO</a:t>
            </a:r>
          </a:p>
        </p:txBody>
      </p:sp>
      <p:sp>
        <p:nvSpPr>
          <p:cNvPr id="176" name="Lista ordenada de ítens que precisam ser feitos, com sua devida prioridade."/>
          <p:cNvSpPr txBox="1"/>
          <p:nvPr/>
        </p:nvSpPr>
        <p:spPr>
          <a:xfrm>
            <a:off x="6109499" y="403312"/>
            <a:ext cx="13922326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t>Lista ordenada de ítens que precisam ser feitos, com sua devida prioridade. </a:t>
            </a:r>
          </a:p>
        </p:txBody>
      </p:sp>
      <p:grpSp>
        <p:nvGrpSpPr>
          <p:cNvPr id="187" name="Grupo"/>
          <p:cNvGrpSpPr/>
          <p:nvPr/>
        </p:nvGrpSpPr>
        <p:grpSpPr>
          <a:xfrm>
            <a:off x="719317" y="2985196"/>
            <a:ext cx="8991351" cy="10054472"/>
            <a:chOff x="-1" y="-2"/>
            <a:chExt cx="8991349" cy="10054470"/>
          </a:xfrm>
        </p:grpSpPr>
        <p:sp>
          <p:nvSpPr>
            <p:cNvPr id="177" name="1"/>
            <p:cNvSpPr/>
            <p:nvPr/>
          </p:nvSpPr>
          <p:spPr>
            <a:xfrm>
              <a:off x="9108" y="-2"/>
              <a:ext cx="8982240" cy="907827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rPr lang="pt-BR" dirty="0"/>
                <a:t>1 necessário navegador</a:t>
              </a:r>
            </a:p>
            <a:p>
              <a:r>
                <a:rPr lang="pt-BR" dirty="0"/>
                <a:t> 6/4/24 instalação </a:t>
              </a:r>
              <a:r>
                <a:rPr lang="pt-BR" dirty="0" err="1"/>
                <a:t>sera</a:t>
              </a:r>
              <a:r>
                <a:rPr lang="pt-BR" dirty="0"/>
                <a:t> feita no computador do cliente por um técnico</a:t>
              </a:r>
            </a:p>
          </p:txBody>
        </p:sp>
        <p:sp>
          <p:nvSpPr>
            <p:cNvPr id="178" name="3"/>
            <p:cNvSpPr/>
            <p:nvPr/>
          </p:nvSpPr>
          <p:spPr>
            <a:xfrm>
              <a:off x="9108" y="2035334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79" name="2"/>
            <p:cNvSpPr/>
            <p:nvPr/>
          </p:nvSpPr>
          <p:spPr>
            <a:xfrm>
              <a:off x="9108" y="1018672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80" name="4"/>
            <p:cNvSpPr/>
            <p:nvPr/>
          </p:nvSpPr>
          <p:spPr>
            <a:xfrm>
              <a:off x="-1" y="3046397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81" name="5"/>
            <p:cNvSpPr/>
            <p:nvPr/>
          </p:nvSpPr>
          <p:spPr>
            <a:xfrm>
              <a:off x="-1" y="4069257"/>
              <a:ext cx="8982240" cy="907825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82" name="6"/>
            <p:cNvSpPr/>
            <p:nvPr/>
          </p:nvSpPr>
          <p:spPr>
            <a:xfrm>
              <a:off x="-1" y="5073925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183" name="7"/>
            <p:cNvSpPr/>
            <p:nvPr/>
          </p:nvSpPr>
          <p:spPr>
            <a:xfrm>
              <a:off x="-1" y="6098773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7</a:t>
              </a:r>
            </a:p>
          </p:txBody>
        </p:sp>
        <p:sp>
          <p:nvSpPr>
            <p:cNvPr id="184" name="8"/>
            <p:cNvSpPr/>
            <p:nvPr/>
          </p:nvSpPr>
          <p:spPr>
            <a:xfrm>
              <a:off x="-1" y="7115435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185" name="9"/>
            <p:cNvSpPr/>
            <p:nvPr/>
          </p:nvSpPr>
          <p:spPr>
            <a:xfrm>
              <a:off x="-1" y="8130686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9</a:t>
              </a:r>
            </a:p>
          </p:txBody>
        </p:sp>
        <p:sp>
          <p:nvSpPr>
            <p:cNvPr id="186" name="10"/>
            <p:cNvSpPr/>
            <p:nvPr/>
          </p:nvSpPr>
          <p:spPr>
            <a:xfrm>
              <a:off x="-1" y="9146642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10</a:t>
              </a:r>
            </a:p>
          </p:txBody>
        </p:sp>
      </p:grpSp>
      <p:sp>
        <p:nvSpPr>
          <p:cNvPr id="188" name="ESTIMAR OS ÍTENS DO PROJETO"/>
          <p:cNvSpPr txBox="1"/>
          <p:nvPr/>
        </p:nvSpPr>
        <p:spPr>
          <a:xfrm>
            <a:off x="711200" y="1136480"/>
            <a:ext cx="838403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ESTIMAR OS ÍTENS DO PROJETO</a:t>
            </a:r>
          </a:p>
        </p:txBody>
      </p:sp>
      <p:grpSp>
        <p:nvGrpSpPr>
          <p:cNvPr id="200" name="Grupo"/>
          <p:cNvGrpSpPr/>
          <p:nvPr/>
        </p:nvGrpSpPr>
        <p:grpSpPr>
          <a:xfrm>
            <a:off x="9888912" y="2283969"/>
            <a:ext cx="2155169" cy="10744513"/>
            <a:chOff x="0" y="0"/>
            <a:chExt cx="2155168" cy="10744512"/>
          </a:xfrm>
        </p:grpSpPr>
        <p:sp>
          <p:nvSpPr>
            <p:cNvPr id="189" name="Retângulo"/>
            <p:cNvSpPr/>
            <p:nvPr/>
          </p:nvSpPr>
          <p:spPr>
            <a:xfrm>
              <a:off x="0" y="694467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0" name="Peso 1 - 3 - 5"/>
            <p:cNvSpPr txBox="1"/>
            <p:nvPr/>
          </p:nvSpPr>
          <p:spPr>
            <a:xfrm>
              <a:off x="26500" y="0"/>
              <a:ext cx="2102168" cy="4733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r>
                <a:t>Peso 1 - 3 - 5</a:t>
              </a:r>
            </a:p>
          </p:txBody>
        </p:sp>
        <p:sp>
          <p:nvSpPr>
            <p:cNvPr id="191" name="Retângulo"/>
            <p:cNvSpPr/>
            <p:nvPr/>
          </p:nvSpPr>
          <p:spPr>
            <a:xfrm>
              <a:off x="0" y="1712698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2" name="Retângulo"/>
            <p:cNvSpPr/>
            <p:nvPr/>
          </p:nvSpPr>
          <p:spPr>
            <a:xfrm>
              <a:off x="0" y="2736407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" name="Retângulo"/>
            <p:cNvSpPr/>
            <p:nvPr/>
          </p:nvSpPr>
          <p:spPr>
            <a:xfrm>
              <a:off x="0" y="3750547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4" name="Retângulo"/>
            <p:cNvSpPr/>
            <p:nvPr/>
          </p:nvSpPr>
          <p:spPr>
            <a:xfrm>
              <a:off x="0" y="4764688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5" name="Retângulo"/>
            <p:cNvSpPr/>
            <p:nvPr/>
          </p:nvSpPr>
          <p:spPr>
            <a:xfrm>
              <a:off x="0" y="5785725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6" name="Retângulo"/>
            <p:cNvSpPr/>
            <p:nvPr/>
          </p:nvSpPr>
          <p:spPr>
            <a:xfrm>
              <a:off x="0" y="6791257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7" name="Retângulo"/>
            <p:cNvSpPr/>
            <p:nvPr/>
          </p:nvSpPr>
          <p:spPr>
            <a:xfrm>
              <a:off x="0" y="7818029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8" name="Retângulo"/>
            <p:cNvSpPr/>
            <p:nvPr/>
          </p:nvSpPr>
          <p:spPr>
            <a:xfrm>
              <a:off x="0" y="8822344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9" name="Retângulo"/>
            <p:cNvSpPr/>
            <p:nvPr/>
          </p:nvSpPr>
          <p:spPr>
            <a:xfrm>
              <a:off x="0" y="9839358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12" name="Grupo"/>
          <p:cNvGrpSpPr/>
          <p:nvPr/>
        </p:nvGrpSpPr>
        <p:grpSpPr>
          <a:xfrm>
            <a:off x="21385857" y="2283969"/>
            <a:ext cx="2155169" cy="10744513"/>
            <a:chOff x="0" y="0"/>
            <a:chExt cx="2155168" cy="10744512"/>
          </a:xfrm>
        </p:grpSpPr>
        <p:sp>
          <p:nvSpPr>
            <p:cNvPr id="201" name="Retângulo"/>
            <p:cNvSpPr/>
            <p:nvPr/>
          </p:nvSpPr>
          <p:spPr>
            <a:xfrm>
              <a:off x="0" y="694467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2" name="Peso 1 - 3 - 5"/>
            <p:cNvSpPr txBox="1"/>
            <p:nvPr/>
          </p:nvSpPr>
          <p:spPr>
            <a:xfrm>
              <a:off x="26500" y="0"/>
              <a:ext cx="2102168" cy="4733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r>
                <a:t>Peso 1 - 3 - 5</a:t>
              </a:r>
            </a:p>
          </p:txBody>
        </p:sp>
        <p:sp>
          <p:nvSpPr>
            <p:cNvPr id="203" name="Retângulo"/>
            <p:cNvSpPr/>
            <p:nvPr/>
          </p:nvSpPr>
          <p:spPr>
            <a:xfrm>
              <a:off x="0" y="1712698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4" name="Retângulo"/>
            <p:cNvSpPr/>
            <p:nvPr/>
          </p:nvSpPr>
          <p:spPr>
            <a:xfrm>
              <a:off x="0" y="2736407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5" name="Retângulo"/>
            <p:cNvSpPr/>
            <p:nvPr/>
          </p:nvSpPr>
          <p:spPr>
            <a:xfrm>
              <a:off x="0" y="3750547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6" name="Retângulo"/>
            <p:cNvSpPr/>
            <p:nvPr/>
          </p:nvSpPr>
          <p:spPr>
            <a:xfrm>
              <a:off x="0" y="4764688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7" name="Retângulo"/>
            <p:cNvSpPr/>
            <p:nvPr/>
          </p:nvSpPr>
          <p:spPr>
            <a:xfrm>
              <a:off x="0" y="5785725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8" name="Retângulo"/>
            <p:cNvSpPr/>
            <p:nvPr/>
          </p:nvSpPr>
          <p:spPr>
            <a:xfrm>
              <a:off x="0" y="6791257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9" name="Retângulo"/>
            <p:cNvSpPr/>
            <p:nvPr/>
          </p:nvSpPr>
          <p:spPr>
            <a:xfrm>
              <a:off x="0" y="7818029"/>
              <a:ext cx="2155169" cy="905156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0" name="Retângulo"/>
            <p:cNvSpPr/>
            <p:nvPr/>
          </p:nvSpPr>
          <p:spPr>
            <a:xfrm>
              <a:off x="0" y="8822344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1" name="Retângulo"/>
            <p:cNvSpPr/>
            <p:nvPr/>
          </p:nvSpPr>
          <p:spPr>
            <a:xfrm>
              <a:off x="0" y="9839358"/>
              <a:ext cx="2155169" cy="905155"/>
            </a:xfrm>
            <a:prstGeom prst="rect">
              <a:avLst/>
            </a:pr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>
                <a:defRPr sz="20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23" name="Grupo"/>
          <p:cNvGrpSpPr/>
          <p:nvPr/>
        </p:nvGrpSpPr>
        <p:grpSpPr>
          <a:xfrm>
            <a:off x="12241158" y="2985198"/>
            <a:ext cx="8991348" cy="10054469"/>
            <a:chOff x="0" y="0"/>
            <a:chExt cx="8991347" cy="10054467"/>
          </a:xfrm>
        </p:grpSpPr>
        <p:sp>
          <p:nvSpPr>
            <p:cNvPr id="213" name="11"/>
            <p:cNvSpPr/>
            <p:nvPr/>
          </p:nvSpPr>
          <p:spPr>
            <a:xfrm>
              <a:off x="9108" y="0"/>
              <a:ext cx="8982240" cy="907825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11</a:t>
              </a:r>
            </a:p>
          </p:txBody>
        </p:sp>
        <p:sp>
          <p:nvSpPr>
            <p:cNvPr id="214" name="13"/>
            <p:cNvSpPr/>
            <p:nvPr/>
          </p:nvSpPr>
          <p:spPr>
            <a:xfrm>
              <a:off x="9108" y="2035334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13</a:t>
              </a:r>
            </a:p>
          </p:txBody>
        </p:sp>
        <p:sp>
          <p:nvSpPr>
            <p:cNvPr id="215" name="12"/>
            <p:cNvSpPr/>
            <p:nvPr/>
          </p:nvSpPr>
          <p:spPr>
            <a:xfrm>
              <a:off x="9108" y="1018672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12</a:t>
              </a:r>
            </a:p>
          </p:txBody>
        </p:sp>
        <p:sp>
          <p:nvSpPr>
            <p:cNvPr id="216" name="14"/>
            <p:cNvSpPr/>
            <p:nvPr/>
          </p:nvSpPr>
          <p:spPr>
            <a:xfrm>
              <a:off x="-1" y="3046397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14</a:t>
              </a:r>
            </a:p>
          </p:txBody>
        </p:sp>
        <p:sp>
          <p:nvSpPr>
            <p:cNvPr id="217" name="15"/>
            <p:cNvSpPr/>
            <p:nvPr/>
          </p:nvSpPr>
          <p:spPr>
            <a:xfrm>
              <a:off x="-1" y="4069257"/>
              <a:ext cx="8982240" cy="907825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15</a:t>
              </a:r>
            </a:p>
          </p:txBody>
        </p:sp>
        <p:sp>
          <p:nvSpPr>
            <p:cNvPr id="218" name="16"/>
            <p:cNvSpPr/>
            <p:nvPr/>
          </p:nvSpPr>
          <p:spPr>
            <a:xfrm>
              <a:off x="-1" y="5073925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16</a:t>
              </a:r>
            </a:p>
          </p:txBody>
        </p:sp>
        <p:sp>
          <p:nvSpPr>
            <p:cNvPr id="219" name="17"/>
            <p:cNvSpPr/>
            <p:nvPr/>
          </p:nvSpPr>
          <p:spPr>
            <a:xfrm>
              <a:off x="-1" y="6098773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17</a:t>
              </a:r>
            </a:p>
          </p:txBody>
        </p:sp>
        <p:sp>
          <p:nvSpPr>
            <p:cNvPr id="220" name="18"/>
            <p:cNvSpPr/>
            <p:nvPr/>
          </p:nvSpPr>
          <p:spPr>
            <a:xfrm>
              <a:off x="-1" y="7115435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18</a:t>
              </a:r>
            </a:p>
          </p:txBody>
        </p:sp>
        <p:sp>
          <p:nvSpPr>
            <p:cNvPr id="221" name="19"/>
            <p:cNvSpPr/>
            <p:nvPr/>
          </p:nvSpPr>
          <p:spPr>
            <a:xfrm>
              <a:off x="-1" y="8130686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19</a:t>
              </a:r>
            </a:p>
          </p:txBody>
        </p:sp>
        <p:sp>
          <p:nvSpPr>
            <p:cNvPr id="222" name="20"/>
            <p:cNvSpPr/>
            <p:nvPr/>
          </p:nvSpPr>
          <p:spPr>
            <a:xfrm>
              <a:off x="-1" y="9146642"/>
              <a:ext cx="8982240" cy="907826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20</a:t>
              </a:r>
            </a:p>
          </p:txBody>
        </p:sp>
      </p:grpSp>
      <p:sp>
        <p:nvSpPr>
          <p:cNvPr id="224" name="Estimativa em horas, dias, tamanho do item. 1 (pequeno) 3 (médio) 5 (grande)."/>
          <p:cNvSpPr txBox="1"/>
          <p:nvPr/>
        </p:nvSpPr>
        <p:spPr>
          <a:xfrm>
            <a:off x="9406277" y="1216996"/>
            <a:ext cx="1426770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t>Estimativa em horas, dias, tamanho do item. 1 (pequeno) 3 (médio) 5 (grande).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PRINT"/>
          <p:cNvSpPr txBox="1"/>
          <p:nvPr/>
        </p:nvSpPr>
        <p:spPr>
          <a:xfrm>
            <a:off x="771457" y="322795"/>
            <a:ext cx="198628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SPRINT</a:t>
            </a:r>
          </a:p>
        </p:txBody>
      </p:sp>
      <p:sp>
        <p:nvSpPr>
          <p:cNvPr id="227" name="Ciclos realizados"/>
          <p:cNvSpPr txBox="1"/>
          <p:nvPr/>
        </p:nvSpPr>
        <p:spPr>
          <a:xfrm>
            <a:off x="3324089" y="403312"/>
            <a:ext cx="352466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t>Ciclos realizados</a:t>
            </a:r>
          </a:p>
        </p:txBody>
      </p:sp>
      <p:sp>
        <p:nvSpPr>
          <p:cNvPr id="228" name="Data Inicial: _____/_____/_____"/>
          <p:cNvSpPr txBox="1"/>
          <p:nvPr/>
        </p:nvSpPr>
        <p:spPr>
          <a:xfrm>
            <a:off x="631012" y="1316346"/>
            <a:ext cx="5535383" cy="564257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rPr dirty="0"/>
              <a:t>Data </a:t>
            </a:r>
            <a:r>
              <a:rPr dirty="0" err="1"/>
              <a:t>Inicial</a:t>
            </a:r>
            <a:r>
              <a:rPr dirty="0"/>
              <a:t>: _____/_____/____</a:t>
            </a:r>
          </a:p>
        </p:txBody>
      </p:sp>
      <p:sp>
        <p:nvSpPr>
          <p:cNvPr id="229" name="Retângulo"/>
          <p:cNvSpPr/>
          <p:nvPr/>
        </p:nvSpPr>
        <p:spPr>
          <a:xfrm>
            <a:off x="631012" y="2101833"/>
            <a:ext cx="11433799" cy="108382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0" name="Retângulo"/>
          <p:cNvSpPr/>
          <p:nvPr/>
        </p:nvSpPr>
        <p:spPr>
          <a:xfrm>
            <a:off x="12319189" y="2101833"/>
            <a:ext cx="11433799" cy="108382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1" name="Data final: _____/_____/_____"/>
          <p:cNvSpPr txBox="1"/>
          <p:nvPr/>
        </p:nvSpPr>
        <p:spPr>
          <a:xfrm>
            <a:off x="6525976" y="1381616"/>
            <a:ext cx="5535383" cy="57353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rPr dirty="0"/>
              <a:t>Data final: _____/_____/_____</a:t>
            </a:r>
          </a:p>
        </p:txBody>
      </p:sp>
      <p:sp>
        <p:nvSpPr>
          <p:cNvPr id="232" name="Data Inicial: _____/_____/_____"/>
          <p:cNvSpPr txBox="1"/>
          <p:nvPr/>
        </p:nvSpPr>
        <p:spPr>
          <a:xfrm>
            <a:off x="12346976" y="1348981"/>
            <a:ext cx="5842842" cy="564257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t>Data Inicial: _____/_____/_____</a:t>
            </a:r>
          </a:p>
        </p:txBody>
      </p:sp>
      <p:sp>
        <p:nvSpPr>
          <p:cNvPr id="233" name="Data final: _____/_____/_____"/>
          <p:cNvSpPr txBox="1"/>
          <p:nvPr/>
        </p:nvSpPr>
        <p:spPr>
          <a:xfrm>
            <a:off x="18189818" y="1409809"/>
            <a:ext cx="5530354" cy="564257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rPr dirty="0"/>
              <a:t>Data final: _____/_____/_____</a:t>
            </a:r>
          </a:p>
        </p:txBody>
      </p:sp>
      <p:sp>
        <p:nvSpPr>
          <p:cNvPr id="234" name="Itens acordados"/>
          <p:cNvSpPr txBox="1"/>
          <p:nvPr/>
        </p:nvSpPr>
        <p:spPr>
          <a:xfrm>
            <a:off x="771534" y="2186966"/>
            <a:ext cx="304914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Itens acordados</a:t>
            </a:r>
          </a:p>
        </p:txBody>
      </p:sp>
      <p:sp>
        <p:nvSpPr>
          <p:cNvPr id="235" name="Concluído"/>
          <p:cNvSpPr txBox="1"/>
          <p:nvPr/>
        </p:nvSpPr>
        <p:spPr>
          <a:xfrm>
            <a:off x="9652732" y="2186966"/>
            <a:ext cx="1962151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Concluído</a:t>
            </a:r>
          </a:p>
        </p:txBody>
      </p:sp>
      <p:sp>
        <p:nvSpPr>
          <p:cNvPr id="236" name="Sim"/>
          <p:cNvSpPr txBox="1"/>
          <p:nvPr/>
        </p:nvSpPr>
        <p:spPr>
          <a:xfrm>
            <a:off x="9798469" y="3100420"/>
            <a:ext cx="77076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/>
            </a:lvl1pPr>
          </a:lstStyle>
          <a:p>
            <a:r>
              <a:t>Sim</a:t>
            </a:r>
          </a:p>
        </p:txBody>
      </p:sp>
      <p:sp>
        <p:nvSpPr>
          <p:cNvPr id="237" name="Retângulo"/>
          <p:cNvSpPr/>
          <p:nvPr/>
        </p:nvSpPr>
        <p:spPr>
          <a:xfrm>
            <a:off x="9353332" y="3149578"/>
            <a:ext cx="436247" cy="44981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8" name="Não"/>
          <p:cNvSpPr txBox="1"/>
          <p:nvPr/>
        </p:nvSpPr>
        <p:spPr>
          <a:xfrm>
            <a:off x="11115422" y="3117636"/>
            <a:ext cx="8126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/>
            </a:lvl1pPr>
          </a:lstStyle>
          <a:p>
            <a:r>
              <a:t>Não</a:t>
            </a:r>
          </a:p>
        </p:txBody>
      </p:sp>
      <p:sp>
        <p:nvSpPr>
          <p:cNvPr id="239" name="Retângulo"/>
          <p:cNvSpPr/>
          <p:nvPr/>
        </p:nvSpPr>
        <p:spPr>
          <a:xfrm>
            <a:off x="10667024" y="3154093"/>
            <a:ext cx="436247" cy="44981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0" name="Retângulo"/>
          <p:cNvSpPr/>
          <p:nvPr/>
        </p:nvSpPr>
        <p:spPr>
          <a:xfrm>
            <a:off x="780427" y="2979233"/>
            <a:ext cx="8405700" cy="130845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46" name="Grupo"/>
          <p:cNvGrpSpPr/>
          <p:nvPr/>
        </p:nvGrpSpPr>
        <p:grpSpPr>
          <a:xfrm>
            <a:off x="778676" y="4361865"/>
            <a:ext cx="11147669" cy="1308458"/>
            <a:chOff x="0" y="0"/>
            <a:chExt cx="11147667" cy="1308457"/>
          </a:xfrm>
        </p:grpSpPr>
        <p:sp>
          <p:nvSpPr>
            <p:cNvPr id="241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42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3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44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5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52" name="Grupo"/>
          <p:cNvGrpSpPr/>
          <p:nvPr/>
        </p:nvGrpSpPr>
        <p:grpSpPr>
          <a:xfrm>
            <a:off x="778676" y="5769897"/>
            <a:ext cx="11147669" cy="1308458"/>
            <a:chOff x="0" y="0"/>
            <a:chExt cx="11147667" cy="1308457"/>
          </a:xfrm>
        </p:grpSpPr>
        <p:sp>
          <p:nvSpPr>
            <p:cNvPr id="247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48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9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50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1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58" name="Grupo"/>
          <p:cNvGrpSpPr/>
          <p:nvPr/>
        </p:nvGrpSpPr>
        <p:grpSpPr>
          <a:xfrm>
            <a:off x="778676" y="7165228"/>
            <a:ext cx="11147669" cy="1308458"/>
            <a:chOff x="0" y="0"/>
            <a:chExt cx="11147667" cy="1308457"/>
          </a:xfrm>
        </p:grpSpPr>
        <p:sp>
          <p:nvSpPr>
            <p:cNvPr id="253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54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5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56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7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64" name="Grupo"/>
          <p:cNvGrpSpPr/>
          <p:nvPr/>
        </p:nvGrpSpPr>
        <p:grpSpPr>
          <a:xfrm>
            <a:off x="778676" y="8573260"/>
            <a:ext cx="11147669" cy="1308458"/>
            <a:chOff x="0" y="0"/>
            <a:chExt cx="11147667" cy="1308457"/>
          </a:xfrm>
        </p:grpSpPr>
        <p:sp>
          <p:nvSpPr>
            <p:cNvPr id="259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60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1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62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3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70" name="Grupo"/>
          <p:cNvGrpSpPr/>
          <p:nvPr/>
        </p:nvGrpSpPr>
        <p:grpSpPr>
          <a:xfrm>
            <a:off x="778676" y="9981292"/>
            <a:ext cx="11147669" cy="1308458"/>
            <a:chOff x="0" y="0"/>
            <a:chExt cx="11147667" cy="1308457"/>
          </a:xfrm>
        </p:grpSpPr>
        <p:sp>
          <p:nvSpPr>
            <p:cNvPr id="265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66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7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68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9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76" name="Grupo"/>
          <p:cNvGrpSpPr/>
          <p:nvPr/>
        </p:nvGrpSpPr>
        <p:grpSpPr>
          <a:xfrm>
            <a:off x="778676" y="11389323"/>
            <a:ext cx="11147669" cy="1308458"/>
            <a:chOff x="0" y="0"/>
            <a:chExt cx="11147667" cy="1308457"/>
          </a:xfrm>
        </p:grpSpPr>
        <p:sp>
          <p:nvSpPr>
            <p:cNvPr id="271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72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73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74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75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77" name="Sim"/>
          <p:cNvSpPr txBox="1"/>
          <p:nvPr/>
        </p:nvSpPr>
        <p:spPr>
          <a:xfrm>
            <a:off x="21602211" y="3087720"/>
            <a:ext cx="77076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/>
            </a:lvl1pPr>
          </a:lstStyle>
          <a:p>
            <a:r>
              <a:t>Sim</a:t>
            </a:r>
          </a:p>
        </p:txBody>
      </p:sp>
      <p:sp>
        <p:nvSpPr>
          <p:cNvPr id="278" name="Retângulo"/>
          <p:cNvSpPr/>
          <p:nvPr/>
        </p:nvSpPr>
        <p:spPr>
          <a:xfrm>
            <a:off x="21157072" y="3136878"/>
            <a:ext cx="436248" cy="44981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79" name="Não"/>
          <p:cNvSpPr txBox="1"/>
          <p:nvPr/>
        </p:nvSpPr>
        <p:spPr>
          <a:xfrm>
            <a:off x="22919163" y="3104936"/>
            <a:ext cx="81267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/>
            </a:lvl1pPr>
          </a:lstStyle>
          <a:p>
            <a:r>
              <a:t>Não</a:t>
            </a:r>
          </a:p>
        </p:txBody>
      </p:sp>
      <p:sp>
        <p:nvSpPr>
          <p:cNvPr id="280" name="Retângulo"/>
          <p:cNvSpPr/>
          <p:nvPr/>
        </p:nvSpPr>
        <p:spPr>
          <a:xfrm>
            <a:off x="22470764" y="3141394"/>
            <a:ext cx="436248" cy="44981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1" name="Retângulo"/>
          <p:cNvSpPr/>
          <p:nvPr/>
        </p:nvSpPr>
        <p:spPr>
          <a:xfrm>
            <a:off x="12584169" y="2966534"/>
            <a:ext cx="8405699" cy="130845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87" name="Grupo"/>
          <p:cNvGrpSpPr/>
          <p:nvPr/>
        </p:nvGrpSpPr>
        <p:grpSpPr>
          <a:xfrm>
            <a:off x="12582418" y="4349165"/>
            <a:ext cx="11147668" cy="1308458"/>
            <a:chOff x="0" y="0"/>
            <a:chExt cx="11147667" cy="1308457"/>
          </a:xfrm>
        </p:grpSpPr>
        <p:sp>
          <p:nvSpPr>
            <p:cNvPr id="282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83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84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85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86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93" name="Grupo"/>
          <p:cNvGrpSpPr/>
          <p:nvPr/>
        </p:nvGrpSpPr>
        <p:grpSpPr>
          <a:xfrm>
            <a:off x="12582418" y="5757197"/>
            <a:ext cx="11147668" cy="1308458"/>
            <a:chOff x="0" y="0"/>
            <a:chExt cx="11147667" cy="1308457"/>
          </a:xfrm>
        </p:grpSpPr>
        <p:sp>
          <p:nvSpPr>
            <p:cNvPr id="288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89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0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91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2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99" name="Grupo"/>
          <p:cNvGrpSpPr/>
          <p:nvPr/>
        </p:nvGrpSpPr>
        <p:grpSpPr>
          <a:xfrm>
            <a:off x="12582418" y="7152528"/>
            <a:ext cx="11147668" cy="1308458"/>
            <a:chOff x="0" y="0"/>
            <a:chExt cx="11147667" cy="1308457"/>
          </a:xfrm>
        </p:grpSpPr>
        <p:sp>
          <p:nvSpPr>
            <p:cNvPr id="294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295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6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297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8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05" name="Grupo"/>
          <p:cNvGrpSpPr/>
          <p:nvPr/>
        </p:nvGrpSpPr>
        <p:grpSpPr>
          <a:xfrm>
            <a:off x="12582418" y="8560560"/>
            <a:ext cx="11147668" cy="1308458"/>
            <a:chOff x="0" y="0"/>
            <a:chExt cx="11147667" cy="1308457"/>
          </a:xfrm>
        </p:grpSpPr>
        <p:sp>
          <p:nvSpPr>
            <p:cNvPr id="300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301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2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303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4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11" name="Grupo"/>
          <p:cNvGrpSpPr/>
          <p:nvPr/>
        </p:nvGrpSpPr>
        <p:grpSpPr>
          <a:xfrm>
            <a:off x="12582418" y="9968592"/>
            <a:ext cx="11147668" cy="1308458"/>
            <a:chOff x="0" y="0"/>
            <a:chExt cx="11147667" cy="1308457"/>
          </a:xfrm>
        </p:grpSpPr>
        <p:sp>
          <p:nvSpPr>
            <p:cNvPr id="306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307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8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309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0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17" name="Grupo"/>
          <p:cNvGrpSpPr/>
          <p:nvPr/>
        </p:nvGrpSpPr>
        <p:grpSpPr>
          <a:xfrm>
            <a:off x="12582418" y="11376623"/>
            <a:ext cx="11147668" cy="1308458"/>
            <a:chOff x="0" y="0"/>
            <a:chExt cx="11147667" cy="1308457"/>
          </a:xfrm>
        </p:grpSpPr>
        <p:sp>
          <p:nvSpPr>
            <p:cNvPr id="312" name="Sim"/>
            <p:cNvSpPr txBox="1"/>
            <p:nvPr/>
          </p:nvSpPr>
          <p:spPr>
            <a:xfrm>
              <a:off x="9018042" y="121186"/>
              <a:ext cx="77076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Sim</a:t>
              </a:r>
            </a:p>
          </p:txBody>
        </p:sp>
        <p:sp>
          <p:nvSpPr>
            <p:cNvPr id="313" name="Retângulo"/>
            <p:cNvSpPr/>
            <p:nvPr/>
          </p:nvSpPr>
          <p:spPr>
            <a:xfrm>
              <a:off x="8572904" y="170344"/>
              <a:ext cx="436248" cy="44981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4" name="Não"/>
            <p:cNvSpPr txBox="1"/>
            <p:nvPr/>
          </p:nvSpPr>
          <p:spPr>
            <a:xfrm>
              <a:off x="10334994" y="138402"/>
              <a:ext cx="81267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0"/>
              </a:lvl1pPr>
            </a:lstStyle>
            <a:p>
              <a:r>
                <a:t>Não</a:t>
              </a:r>
            </a:p>
          </p:txBody>
        </p:sp>
        <p:sp>
          <p:nvSpPr>
            <p:cNvPr id="315" name="Retângulo"/>
            <p:cNvSpPr/>
            <p:nvPr/>
          </p:nvSpPr>
          <p:spPr>
            <a:xfrm>
              <a:off x="9886596" y="174859"/>
              <a:ext cx="436248" cy="44981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6" name="Retângulo"/>
            <p:cNvSpPr/>
            <p:nvPr/>
          </p:nvSpPr>
          <p:spPr>
            <a:xfrm>
              <a:off x="0" y="0"/>
              <a:ext cx="8405699" cy="130845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318" name="Itens acordados"/>
          <p:cNvSpPr txBox="1"/>
          <p:nvPr/>
        </p:nvSpPr>
        <p:spPr>
          <a:xfrm>
            <a:off x="12614415" y="2186966"/>
            <a:ext cx="304914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Itens acordados</a:t>
            </a:r>
          </a:p>
        </p:txBody>
      </p:sp>
      <p:sp>
        <p:nvSpPr>
          <p:cNvPr id="319" name="Concluído"/>
          <p:cNvSpPr txBox="1"/>
          <p:nvPr/>
        </p:nvSpPr>
        <p:spPr>
          <a:xfrm>
            <a:off x="21495611" y="2186966"/>
            <a:ext cx="1962151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Concluído</a:t>
            </a:r>
          </a:p>
        </p:txBody>
      </p:sp>
      <p:sp>
        <p:nvSpPr>
          <p:cNvPr id="320" name="Duplique esta página quantas vezes for necessário."/>
          <p:cNvSpPr txBox="1"/>
          <p:nvPr/>
        </p:nvSpPr>
        <p:spPr>
          <a:xfrm>
            <a:off x="799248" y="13086721"/>
            <a:ext cx="2292092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b="0"/>
            </a:lvl1pPr>
          </a:lstStyle>
          <a:p>
            <a:r>
              <a:t>Duplique esta página quantas vezes for necessário.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UNIÕES DIÁRIAS"/>
          <p:cNvSpPr txBox="1"/>
          <p:nvPr/>
        </p:nvSpPr>
        <p:spPr>
          <a:xfrm>
            <a:off x="779879" y="315856"/>
            <a:ext cx="4976877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REUNIÕES DIÁRIAS</a:t>
            </a:r>
          </a:p>
        </p:txBody>
      </p:sp>
      <p:sp>
        <p:nvSpPr>
          <p:cNvPr id="323" name="Retângulo"/>
          <p:cNvSpPr/>
          <p:nvPr/>
        </p:nvSpPr>
        <p:spPr>
          <a:xfrm>
            <a:off x="884957" y="1372071"/>
            <a:ext cx="22732959" cy="1136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4" name="Principais aprendizados relatados pelo Time."/>
          <p:cNvSpPr txBox="1"/>
          <p:nvPr/>
        </p:nvSpPr>
        <p:spPr>
          <a:xfrm>
            <a:off x="6040609" y="396372"/>
            <a:ext cx="1745946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0"/>
            </a:lvl1pPr>
          </a:lstStyle>
          <a:p>
            <a:r>
              <a:t>Principais aprendizados relatados pelo Time.</a:t>
            </a:r>
          </a:p>
        </p:txBody>
      </p:sp>
      <p:sp>
        <p:nvSpPr>
          <p:cNvPr id="325" name="Duplique esta página quantas vezes for necessário."/>
          <p:cNvSpPr txBox="1"/>
          <p:nvPr/>
        </p:nvSpPr>
        <p:spPr>
          <a:xfrm>
            <a:off x="710348" y="13086721"/>
            <a:ext cx="2292092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b="0"/>
            </a:lvl1pPr>
          </a:lstStyle>
          <a:p>
            <a:r>
              <a:t>Duplique esta página quantas vezes for necessário.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FOTOS E PRINTS DO PROJETO"/>
          <p:cNvSpPr txBox="1"/>
          <p:nvPr/>
        </p:nvSpPr>
        <p:spPr>
          <a:xfrm>
            <a:off x="778804" y="315856"/>
            <a:ext cx="780186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FOTOS E PRINTS DO PROJETO</a:t>
            </a:r>
          </a:p>
        </p:txBody>
      </p:sp>
      <p:sp>
        <p:nvSpPr>
          <p:cNvPr id="328" name="Retângulo"/>
          <p:cNvSpPr/>
          <p:nvPr/>
        </p:nvSpPr>
        <p:spPr>
          <a:xfrm>
            <a:off x="884957" y="1372071"/>
            <a:ext cx="22732959" cy="1136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9" name="Duplique esta página quantas vezes for necessário."/>
          <p:cNvSpPr txBox="1"/>
          <p:nvPr/>
        </p:nvSpPr>
        <p:spPr>
          <a:xfrm>
            <a:off x="710348" y="12959721"/>
            <a:ext cx="2292092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b="0"/>
            </a:lvl1pPr>
          </a:lstStyle>
          <a:p>
            <a:r>
              <a:t>Duplique esta página quantas vezes for necessário.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SULTADO DO PROJETO"/>
          <p:cNvSpPr txBox="1"/>
          <p:nvPr/>
        </p:nvSpPr>
        <p:spPr>
          <a:xfrm>
            <a:off x="774700" y="315856"/>
            <a:ext cx="662635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t>RESULTADO DO PROJETO</a:t>
            </a:r>
          </a:p>
        </p:txBody>
      </p:sp>
      <p:sp>
        <p:nvSpPr>
          <p:cNvPr id="332" name="Retângulo"/>
          <p:cNvSpPr/>
          <p:nvPr/>
        </p:nvSpPr>
        <p:spPr>
          <a:xfrm>
            <a:off x="884957" y="1372071"/>
            <a:ext cx="22732959" cy="1136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3" name="Duplique esta página quantas vezes for necessário."/>
          <p:cNvSpPr txBox="1"/>
          <p:nvPr/>
        </p:nvSpPr>
        <p:spPr>
          <a:xfrm>
            <a:off x="710348" y="12959721"/>
            <a:ext cx="2292092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b="0"/>
            </a:lvl1pPr>
          </a:lstStyle>
          <a:p>
            <a:r>
              <a:t>Duplique esta página quantas vezes for necessário.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SULTADO DO PROJETO"/>
          <p:cNvSpPr txBox="1"/>
          <p:nvPr/>
        </p:nvSpPr>
        <p:spPr>
          <a:xfrm>
            <a:off x="917138" y="311366"/>
            <a:ext cx="634148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r>
              <a:rPr lang="pt-BR" dirty="0"/>
              <a:t>BACK LOG</a:t>
            </a:r>
            <a:r>
              <a:rPr dirty="0"/>
              <a:t> DO PROJETO</a:t>
            </a:r>
          </a:p>
        </p:txBody>
      </p:sp>
      <p:sp>
        <p:nvSpPr>
          <p:cNvPr id="332" name="Retângulo"/>
          <p:cNvSpPr/>
          <p:nvPr/>
        </p:nvSpPr>
        <p:spPr>
          <a:xfrm>
            <a:off x="884957" y="1372071"/>
            <a:ext cx="22732959" cy="1136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33" name="Duplique esta página quantas vezes for necessário."/>
          <p:cNvSpPr txBox="1"/>
          <p:nvPr/>
        </p:nvSpPr>
        <p:spPr>
          <a:xfrm>
            <a:off x="710348" y="12959721"/>
            <a:ext cx="22920924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b="0"/>
            </a:lvl1pPr>
          </a:lstStyle>
          <a:p>
            <a:r>
              <a:t>Duplique esta página quantas vezes for necessário.</a:t>
            </a:r>
          </a:p>
        </p:txBody>
      </p:sp>
    </p:spTree>
    <p:extLst>
      <p:ext uri="{BB962C8B-B14F-4D97-AF65-F5344CB8AC3E}">
        <p14:creationId xmlns:p14="http://schemas.microsoft.com/office/powerpoint/2010/main" val="373771678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338</Words>
  <Application>Microsoft Office PowerPoint</Application>
  <PresentationFormat>Personalizar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Helvetica Neue</vt:lpstr>
      <vt:lpstr>Helvetica Neue Light</vt:lpstr>
      <vt:lpstr>Helvetica Neue Medium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7</cp:revision>
  <dcterms:modified xsi:type="dcterms:W3CDTF">2024-06-20T15:15:32Z</dcterms:modified>
</cp:coreProperties>
</file>